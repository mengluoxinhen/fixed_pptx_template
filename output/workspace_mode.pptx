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463040" cy="54864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2026年销售报告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6E8"/>
                </a:solidFill>
                <a:latin typeface="Calibri"/>
              </a:rPr>
              <a:t>{{text:subtitle}}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9938"/>
                </a:solidFill>
                <a:latin typeface="Calibri"/>
              </a:rPr>
              <a:t>{{text:report_date}}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CC6"/>
                </a:solidFill>
                <a:latin typeface="Calibri"/>
              </a:rPr>
              <a:t>{{text:company_name}}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4526280"/>
            <a:ext cx="1463040" cy="146304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B7280"/>
                </a:solidFill>
                <a:latin typeface="Calibri"/>
              </a:rPr>
              <a:t>{{image:product_image}}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Key Business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Report: 2026年销售报告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735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6335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335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335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1258万元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4943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63543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3543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543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Calibri"/>
              </a:rPr>
              <a:t>{{text:growth}}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0751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{{text:orders}}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9359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7959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7959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7959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{{text:customers}}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Total reported sales: 1258万元 year to date.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60" y="5715000"/>
          <a:ext cx="5943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114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B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1258万元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{{text:growth}} YoY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Product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F38"/>
                </a:solidFill>
                <a:latin typeface="Calibri"/>
              </a:rPr>
              <a:t>{{text:product_name}}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{{text:product_description}}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Price</a:t>
            </a:r>
          </a:p>
          <a:p>
            <a:pPr algn="l"/>
            <a:r>
              <a:rPr sz="2400" b="1">
                <a:solidFill>
                  <a:srgbClr val="F29938"/>
                </a:solidFill>
                <a:latin typeface="Calibri"/>
              </a:rPr>
              <a:t>{{text:product_price}}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Month-over-month growth</a:t>
            </a:r>
          </a:p>
          <a:p>
            <a:pPr algn="l"/>
            <a:r>
              <a:rPr sz="2000" b="1">
                <a:solidFill>
                  <a:srgbClr val="1E8E3E"/>
                </a:solidFill>
                <a:latin typeface="Calibri"/>
              </a:rPr>
              <a:t>{{text:product_growth}}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737360"/>
            <a:ext cx="4846320" cy="420624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6B7280"/>
                </a:solidFill>
                <a:latin typeface="Calibri"/>
              </a:rPr>
              <a:t>{{image:product_image}}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2026年销售报告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Workspace Asset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95856"/>
            <a:ext cx="2377440" cy="2060448"/>
          </a:xfrm>
          <a:prstGeom prst="rect">
            <a:avLst/>
          </a:prstGeom>
        </p:spPr>
      </p:pic>
      <p:pic>
        <p:nvPicPr>
          <p:cNvPr id="9" name="Picture 8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37360"/>
            <a:ext cx="1463040" cy="1097280"/>
          </a:xfrm>
          <a:prstGeom prst="rect">
            <a:avLst/>
          </a:prstGeom>
        </p:spPr>
      </p:pic>
      <p:pic>
        <p:nvPicPr>
          <p:cNvPr id="10" name="Picture 9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816352"/>
            <a:ext cx="1097280" cy="9509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78240" y="1737360"/>
            <a:ext cx="2011680" cy="201168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B7280"/>
                </a:solidFill>
                <a:latin typeface="Calibri"/>
              </a:rPr>
              <a:t>{{image:missing_image}}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