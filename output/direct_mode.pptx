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148840"/>
            <a:ext cx="1463040" cy="54864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September 2026 Sales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9D6E8"/>
                </a:solidFill>
                <a:latin typeface="Calibri"/>
              </a:rPr>
              <a:t>East China Regional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9938"/>
                </a:solidFill>
                <a:latin typeface="Calibri"/>
              </a:rPr>
              <a:t>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AACC6"/>
                </a:solidFill>
                <a:latin typeface="Calibri"/>
              </a:rPr>
              <a:t>Example Technology Co., Ltd.</a:t>
            </a:r>
          </a:p>
        </p:txBody>
      </p:sp>
      <p:pic>
        <p:nvPicPr>
          <p:cNvPr id="7" name="Picture 6" descr="produ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4623816"/>
            <a:ext cx="1463040" cy="12679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Calibri"/>
              </a:rPr>
              <a:t>Key Business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143000"/>
            <a:ext cx="1097280" cy="45720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Report: September 2026 Sales Report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7735" y="1828800"/>
            <a:ext cx="251460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6335" y="2240280"/>
            <a:ext cx="457200" cy="45720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6335" y="192024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SALES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6335" y="2514600"/>
            <a:ext cx="2057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E5EAA"/>
                </a:solidFill>
                <a:latin typeface="Calibri"/>
              </a:rPr>
              <a:t>¥12,580,000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34943" y="1828800"/>
            <a:ext cx="251460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63543" y="2240280"/>
            <a:ext cx="457200" cy="45720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63543" y="192024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GROWTH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3543" y="2514600"/>
            <a:ext cx="2057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E8E3E"/>
                </a:solidFill>
                <a:latin typeface="Calibri"/>
              </a:rPr>
              <a:t>+18.5%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2151" y="1828800"/>
            <a:ext cx="251460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70751" y="2240280"/>
            <a:ext cx="457200" cy="45720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0751" y="192024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ORDERS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0751" y="2514600"/>
            <a:ext cx="2057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E5EAA"/>
                </a:solidFill>
                <a:latin typeface="Calibri"/>
              </a:rPr>
              <a:t>12,580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9359" y="1828800"/>
            <a:ext cx="2514600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77959" y="2240280"/>
            <a:ext cx="457200" cy="45720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77959" y="192024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CUSTOMERS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77959" y="2514600"/>
            <a:ext cx="2057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E5EAA"/>
                </a:solidFill>
                <a:latin typeface="Calibri"/>
              </a:rPr>
              <a:t>3,280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Total reported sales: ¥12,580,000 year to date.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822960" y="5715000"/>
          <a:ext cx="594360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1200"/>
                <a:gridCol w="1981200"/>
                <a:gridCol w="1981200"/>
              </a:tblGrid>
              <a:tr h="411480">
                <a:tc>
                  <a:txBody>
                    <a:bodyPr/>
                    <a:lstStyle/>
                    <a:p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Value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Value B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t>Summary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¥12,580,000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Growth +18.5% YoY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Calibri"/>
              </a:rPr>
              <a:t>Product Showcase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143000"/>
            <a:ext cx="1097280" cy="45720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B2F38"/>
                </a:solidFill>
                <a:latin typeface="Calibri"/>
              </a:rPr>
              <a:t>Smart Office Terminal X1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B7280"/>
                </a:solidFill>
                <a:latin typeface="Calibri"/>
              </a:rPr>
              <a:t>A next-generation smart terminal designed for enterprise office scenarios.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Price</a:t>
            </a:r>
          </a:p>
          <a:p>
            <a:pPr algn="l"/>
            <a:r>
              <a:rPr sz="2400" b="1">
                <a:solidFill>
                  <a:srgbClr val="F29938"/>
                </a:solidFill>
                <a:latin typeface="Calibri"/>
              </a:rPr>
              <a:t>¥2,580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B7280"/>
                </a:solidFill>
                <a:latin typeface="Calibri"/>
              </a:rPr>
              <a:t>Month-over-month growth</a:t>
            </a:r>
          </a:p>
          <a:p>
            <a:pPr algn="l"/>
            <a:r>
              <a:rPr sz="2000" b="1">
                <a:solidFill>
                  <a:srgbClr val="1E8E3E"/>
                </a:solidFill>
                <a:latin typeface="Calibri"/>
              </a:rPr>
              <a:t>+23.6%</a:t>
            </a:r>
          </a:p>
        </p:txBody>
      </p:sp>
      <p:pic>
        <p:nvPicPr>
          <p:cNvPr id="10" name="Picture 9" descr="produ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740408"/>
            <a:ext cx="4846320" cy="42001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September 2026 Sales Report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Calibri"/>
              </a:rPr>
              <a:t>Workspace Asset Test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143000"/>
            <a:ext cx="1097280" cy="45720"/>
          </a:xfrm>
          <a:prstGeom prst="rect">
            <a:avLst/>
          </a:prstGeom>
          <a:solidFill>
            <a:srgbClr val="F29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odu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95856"/>
            <a:ext cx="2377440" cy="2060448"/>
          </a:xfrm>
          <a:prstGeom prst="rect">
            <a:avLst/>
          </a:prstGeom>
        </p:spPr>
      </p:pic>
      <p:pic>
        <p:nvPicPr>
          <p:cNvPr id="9" name="Picture 8" descr="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1737360"/>
            <a:ext cx="1463040" cy="1097280"/>
          </a:xfrm>
          <a:prstGeom prst="rect">
            <a:avLst/>
          </a:prstGeom>
        </p:spPr>
      </p:pic>
      <p:pic>
        <p:nvPicPr>
          <p:cNvPr id="10" name="Picture 9" descr="produ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2816352"/>
            <a:ext cx="1097280" cy="95097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778240" y="1737360"/>
            <a:ext cx="2011680" cy="2011680"/>
          </a:xfrm>
          <a:prstGeom prst="rect">
            <a:avLst/>
          </a:prstGeom>
          <a:solidFill>
            <a:srgbClr val="E3E8EF"/>
          </a:solidFill>
          <a:ln>
            <a:solidFill>
              <a:srgbClr val="B8C2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6B7280"/>
                </a:solidFill>
                <a:latin typeface="Calibri"/>
              </a:rPr>
              <a:t>{{image:missing_image}}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