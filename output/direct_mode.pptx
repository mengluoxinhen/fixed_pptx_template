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1463040" cy="54864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September 2026 Sales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6E8"/>
                </a:solidFill>
                <a:latin typeface="Calibri"/>
              </a:rPr>
              <a:t>East China Regional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9938"/>
                </a:solidFill>
                <a:latin typeface="Calibri"/>
              </a:rPr>
              <a:t>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CC6"/>
                </a:solidFill>
                <a:latin typeface="Calibri"/>
              </a:rPr>
              <a:t>Example Technology Co., Ltd.</a:t>
            </a:r>
          </a:p>
        </p:txBody>
      </p:sp>
      <p:pic>
        <p:nvPicPr>
          <p:cNvPr id="7" name="Picture 6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623816"/>
            <a:ext cx="1463040" cy="12679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Key Business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Report: September 2026 Sales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735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6335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6335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335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¥12,580,000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4943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63543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3543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3543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Calibri"/>
              </a:rPr>
              <a:t>+18.5%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2151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0751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0751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12,580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9359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7959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7959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7959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3,280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Total reported sales: ¥12,580,000 year to date.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60" y="5715000"/>
          <a:ext cx="5943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4114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 B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¥12,580,000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 +18.5% YoY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Product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F38"/>
                </a:solidFill>
                <a:latin typeface="Calibri"/>
              </a:rPr>
              <a:t>Smart Office Terminal X1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A next-generation smart terminal designed for enterprise office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Price</a:t>
            </a:r>
          </a:p>
          <a:p>
            <a:pPr algn="l"/>
            <a:r>
              <a:rPr sz="2400" b="1">
                <a:solidFill>
                  <a:srgbClr val="F29938"/>
                </a:solidFill>
                <a:latin typeface="Calibri"/>
              </a:rPr>
              <a:t>¥2,580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Month-over-month growth</a:t>
            </a:r>
          </a:p>
          <a:p>
            <a:pPr algn="l"/>
            <a:r>
              <a:rPr sz="2000" b="1">
                <a:solidFill>
                  <a:srgbClr val="1E8E3E"/>
                </a:solidFill>
                <a:latin typeface="Calibri"/>
              </a:rPr>
              <a:t>+23.6%</a:t>
            </a:r>
          </a:p>
        </p:txBody>
      </p:sp>
      <p:pic>
        <p:nvPicPr>
          <p:cNvPr id="10" name="Picture 9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40408"/>
            <a:ext cx="4846320" cy="4200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September 2026 Sales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Workspace Asset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95856"/>
            <a:ext cx="2377440" cy="2060448"/>
          </a:xfrm>
          <a:prstGeom prst="rect">
            <a:avLst/>
          </a:prstGeom>
        </p:spPr>
      </p:pic>
      <p:pic>
        <p:nvPicPr>
          <p:cNvPr id="9" name="Picture 8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737360"/>
            <a:ext cx="1463040" cy="1097280"/>
          </a:xfrm>
          <a:prstGeom prst="rect">
            <a:avLst/>
          </a:prstGeom>
        </p:spPr>
      </p:pic>
      <p:pic>
        <p:nvPicPr>
          <p:cNvPr id="10" name="Picture 9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816352"/>
            <a:ext cx="1097280" cy="9509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78240" y="1737360"/>
            <a:ext cx="2011680" cy="201168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B7280"/>
                </a:solidFill>
                <a:latin typeface="Calibri"/>
              </a:rPr>
              <a:t>{{image:missing_image}}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