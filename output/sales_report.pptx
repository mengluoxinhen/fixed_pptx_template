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1463040" cy="54864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September 2026 Sales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9D6E8"/>
                </a:solidFill>
                <a:latin typeface="Calibri"/>
              </a:rPr>
              <a:t>East China Regional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9938"/>
                </a:solidFill>
                <a:latin typeface="Calibri"/>
              </a:rPr>
              <a:t>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CC6"/>
                </a:solidFill>
                <a:latin typeface="Calibri"/>
              </a:rPr>
              <a:t>Example Technology Co.,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Key Business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109728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7735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6335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335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6335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5EAA"/>
                </a:solidFill>
                <a:latin typeface="Calibri"/>
              </a:rPr>
              <a:t>¥12,580,000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4943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63543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3543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3543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8E3E"/>
                </a:solidFill>
                <a:latin typeface="Calibri"/>
              </a:rPr>
              <a:t>+18.5%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0751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0751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5EAA"/>
                </a:solidFill>
                <a:latin typeface="Calibri"/>
              </a:rPr>
              <a:t>12,580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9359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77959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7959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7959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5EAA"/>
                </a:solidFill>
                <a:latin typeface="Calibri"/>
              </a:rPr>
              <a:t>3,280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Total reported sales: ¥12,580,000 year to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Product Showcase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109728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F38"/>
                </a:solidFill>
                <a:latin typeface="Calibri"/>
              </a:rPr>
              <a:t>Smart Office Terminal X1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A next-generation smart terminal designed for enterprise office scenarios.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Price</a:t>
            </a:r>
          </a:p>
          <a:p>
            <a:pPr algn="l"/>
            <a:r>
              <a:rPr sz="2400" b="1">
                <a:solidFill>
                  <a:srgbClr val="F29938"/>
                </a:solidFill>
                <a:latin typeface="Calibri"/>
              </a:rPr>
              <a:t>¥2,580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Month-over-month growth</a:t>
            </a:r>
          </a:p>
          <a:p>
            <a:pPr algn="l"/>
            <a:r>
              <a:rPr sz="2000" b="1">
                <a:solidFill>
                  <a:srgbClr val="1E8E3E"/>
                </a:solidFill>
                <a:latin typeface="Calibri"/>
              </a:rPr>
              <a:t>+23.6%</a:t>
            </a:r>
          </a:p>
        </p:txBody>
      </p:sp>
      <p:pic>
        <p:nvPicPr>
          <p:cNvPr id="8" name="Picture 7" descr="product.png"/>
          <p:cNvPicPr>
            <a:picLocks noChangeAspect="1"/>
          </p:cNvPicPr>
          <p:nvPr/>
        </p:nvPicPr>
        <p:blipFill>
          <a:blip r:embed="rId2"/>
          <a:srcRect l="72" r="72"/>
          <a:stretch>
            <a:fillRect/>
          </a:stretch>
        </p:blipFill>
        <p:spPr>
          <a:xfrm>
            <a:off x="6492240" y="1737360"/>
            <a:ext cx="4846320" cy="4206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