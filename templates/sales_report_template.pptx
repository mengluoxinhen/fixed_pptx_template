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{{text:title}}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{{text:subtitle}}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{{text:report_date}}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{{text:company_name}}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{{text:sales}}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{{text:growth}}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{{text:orders}}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{{text:customers}}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{{text:sales}} year to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{{text:product_name}}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{{text:product_description}}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{{text:product_price}}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{{text:product_growth}}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4846320" cy="42062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