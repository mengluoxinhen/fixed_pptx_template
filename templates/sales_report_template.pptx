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{{text:title}}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{{text:subtitle}}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{{text:report_date}}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{{text:company_name}}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9966960" y="4526280"/>
            <a:ext cx="1463040" cy="14630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{{text:title}}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{{text:sales}}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{{text:growth}}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{{text:orders}}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{{text:customers}}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{{text:sales}} year to date.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5715000"/>
          <a:ext cx="5943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B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{{text:sales}}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 {{text:growth}} YoY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{{text:product_name}}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{{text:product_description}}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{{text:product_price}}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{{text:product_growth}}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4846320" cy="42062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{{text:title}}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37360"/>
            <a:ext cx="2377440" cy="23774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{{image:product}}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737360"/>
            <a:ext cx="3291840" cy="10972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{{image:logo}}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737360"/>
            <a:ext cx="1097280" cy="310896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{{image:product}}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