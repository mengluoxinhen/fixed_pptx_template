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48840"/>
            <a:ext cx="1463040" cy="54864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{{text:title}}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9D6E8"/>
                </a:solidFill>
                <a:latin typeface="Calibri"/>
              </a:rPr>
              <a:t>{{text:subtitle}}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9938"/>
                </a:solidFill>
                <a:latin typeface="Calibri"/>
              </a:rPr>
              <a:t>{{text:report_date}}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CC6"/>
                </a:solidFill>
                <a:latin typeface="Calibri"/>
              </a:rPr>
              <a:t>{{text:company_name}}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9966960" y="4526280"/>
            <a:ext cx="1463040" cy="1463040"/>
          </a:xfrm>
          <a:prstGeom prst="rect">
            <a:avLst/>
          </a:prstGeom>
          <a:solidFill>
            <a:srgbClr val="E3E8EF"/>
          </a:solidFill>
          <a:ln>
            <a:solidFill>
              <a:srgbClr val="B8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B7280"/>
                </a:solidFill>
                <a:latin typeface="Calibri"/>
              </a:rPr>
              <a:t>{{image:product_image}}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Key Business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109728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Report: {{text:title}}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735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6335" y="2240280"/>
            <a:ext cx="45720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6335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6335" y="251460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5EAA"/>
                </a:solidFill>
                <a:latin typeface="Calibri"/>
              </a:rPr>
              <a:t>{{text:sales}}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4943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63543" y="2240280"/>
            <a:ext cx="45720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3543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3543" y="251460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8E3E"/>
                </a:solidFill>
                <a:latin typeface="Calibri"/>
              </a:rPr>
              <a:t>{{text:growth}}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2151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0751" y="2240280"/>
            <a:ext cx="45720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0751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0751" y="251460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5EAA"/>
                </a:solidFill>
                <a:latin typeface="Calibri"/>
              </a:rPr>
              <a:t>{{text:orders}}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9359" y="1828800"/>
            <a:ext cx="2514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77959" y="2240280"/>
            <a:ext cx="45720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7959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7959" y="251460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5EAA"/>
                </a:solidFill>
                <a:latin typeface="Calibri"/>
              </a:rPr>
              <a:t>{{text:customers}}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Total reported sales: {{text:sales}} year to date.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22960" y="5715000"/>
          <a:ext cx="59436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41148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 B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{{text:sales}}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 {{text:growth}} YoY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Product Showcase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109728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F38"/>
                </a:solidFill>
                <a:latin typeface="Calibri"/>
              </a:rPr>
              <a:t>{{text:product_name}}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{{text:product_description}}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Price</a:t>
            </a:r>
          </a:p>
          <a:p>
            <a:pPr algn="l"/>
            <a:r>
              <a:rPr sz="2400" b="1">
                <a:solidFill>
                  <a:srgbClr val="F29938"/>
                </a:solidFill>
                <a:latin typeface="Calibri"/>
              </a:rPr>
              <a:t>{{text:product_price}}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Month-over-month growth</a:t>
            </a:r>
          </a:p>
          <a:p>
            <a:pPr algn="l"/>
            <a:r>
              <a:rPr sz="2000" b="1">
                <a:solidFill>
                  <a:srgbClr val="1E8E3E"/>
                </a:solidFill>
                <a:latin typeface="Calibri"/>
              </a:rPr>
              <a:t>{{text:product_growth}}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737360"/>
            <a:ext cx="4846320" cy="4206240"/>
          </a:xfrm>
          <a:prstGeom prst="rect">
            <a:avLst/>
          </a:prstGeom>
          <a:solidFill>
            <a:srgbClr val="E3E8EF"/>
          </a:solidFill>
          <a:ln>
            <a:solidFill>
              <a:srgbClr val="B8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6B7280"/>
                </a:solidFill>
                <a:latin typeface="Calibri"/>
              </a:rPr>
              <a:t>{{image:product_image}}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{{text:title}}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Workspace Asset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1097280" cy="45720"/>
          </a:xfrm>
          <a:prstGeom prst="rect">
            <a:avLst/>
          </a:prstGeom>
          <a:solidFill>
            <a:srgbClr val="F29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2377440" cy="2377440"/>
          </a:xfrm>
          <a:prstGeom prst="rect">
            <a:avLst/>
          </a:prstGeom>
          <a:solidFill>
            <a:srgbClr val="E3E8EF"/>
          </a:solidFill>
          <a:ln>
            <a:solidFill>
              <a:srgbClr val="B8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B7280"/>
                </a:solidFill>
                <a:latin typeface="Calibri"/>
              </a:rPr>
              <a:t>{{image:product}}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737360"/>
            <a:ext cx="3291840" cy="1097280"/>
          </a:xfrm>
          <a:prstGeom prst="rect">
            <a:avLst/>
          </a:prstGeom>
          <a:solidFill>
            <a:srgbClr val="E3E8EF"/>
          </a:solidFill>
          <a:ln>
            <a:solidFill>
              <a:srgbClr val="B8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B7280"/>
                </a:solidFill>
                <a:latin typeface="Calibri"/>
              </a:rPr>
              <a:t>{{image:logo}}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1737360"/>
            <a:ext cx="1097280" cy="3108960"/>
          </a:xfrm>
          <a:prstGeom prst="rect">
            <a:avLst/>
          </a:prstGeom>
          <a:solidFill>
            <a:srgbClr val="E3E8EF"/>
          </a:solidFill>
          <a:ln>
            <a:solidFill>
              <a:srgbClr val="B8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6B7280"/>
                </a:solidFill>
                <a:latin typeface="Calibri"/>
              </a:rPr>
              <a:t>{{image:product}}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1737360"/>
            <a:ext cx="2011680" cy="2011680"/>
          </a:xfrm>
          <a:prstGeom prst="rect">
            <a:avLst/>
          </a:prstGeom>
          <a:solidFill>
            <a:srgbClr val="E3E8EF"/>
          </a:solidFill>
          <a:ln>
            <a:solidFill>
              <a:srgbClr val="B8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B7280"/>
                </a:solidFill>
                <a:latin typeface="Calibri"/>
              </a:rPr>
              <a:t>{{image:missing_image}}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